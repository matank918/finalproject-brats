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59" r:id="rId4"/>
    <p:sldId id="261" r:id="rId5"/>
    <p:sldId id="256" r:id="rId6"/>
    <p:sldId id="262" r:id="rId7"/>
    <p:sldId id="257" r:id="rId8"/>
    <p:sldId id="263" r:id="rId9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CD637-27C5-4344-9B92-6F07A3BE7C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A6C627-ECD1-4334-8AA8-DB768B9A1A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2BC81-FB00-4B02-AEC0-DBF1A5B72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B4ACD-B886-4E64-8880-048CA28EA8BC}" type="datetimeFigureOut">
              <a:rPr lang="he-IL" smtClean="0"/>
              <a:t>י"א/טבת/תשפ"א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1305E-8996-484C-A0FA-61AAA5A1A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94500-03BF-4413-9B84-B0F052C6F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D6922-870C-4588-BB40-CA1F631B23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72859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74712-3DF1-48C6-BE18-D13F68337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AE657-8F0F-4BEF-82F1-0A55817AF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19941-DC84-46C2-86A6-D1AE05F52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B4ACD-B886-4E64-8880-048CA28EA8BC}" type="datetimeFigureOut">
              <a:rPr lang="he-IL" smtClean="0"/>
              <a:t>י"א/טבת/תשפ"א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580D1-0E8C-493C-A378-F2871BF97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21944-BD5E-4680-A810-F0FDF8A4B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D6922-870C-4588-BB40-CA1F631B23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0038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641F1-318D-4B0C-BD99-B8099BFBA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95A29-9001-43AF-B5EA-C2FDA07BF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73217-D19E-40C1-83C8-73F21E383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B4ACD-B886-4E64-8880-048CA28EA8BC}" type="datetimeFigureOut">
              <a:rPr lang="he-IL" smtClean="0"/>
              <a:t>י"א/טבת/תשפ"א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3FFE3-5E01-4FC4-B31F-67568DF4F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DE184-5852-4542-88F8-55C779E96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D6922-870C-4588-BB40-CA1F631B23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05533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09290-9243-499D-8343-E299BFA82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F8DB6-C716-4164-9461-305E9A8323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573F3C-146D-4E1F-9AAA-2EC157A4F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F4D6AC-93B3-4962-8105-F03446A06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B4ACD-B886-4E64-8880-048CA28EA8BC}" type="datetimeFigureOut">
              <a:rPr lang="he-IL" smtClean="0"/>
              <a:t>י"א/טבת/תשפ"א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09F215-5661-4335-9797-FA7B25207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A9EBAF-3586-4AAB-9025-5511C806C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D6922-870C-4588-BB40-CA1F631B23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15735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5FC0F-52A6-48E1-871A-2AA2AE73D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39A4B-B333-4775-AAC6-E8E1F34B6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2FE146-3B7A-47A3-BE12-B58DBDB79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19C847-D048-479D-8ED5-697D21D2A3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D6F885-A7F2-4D0B-9E5A-01E4375BFE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0C3193-D735-484C-BFE5-9C543CA49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B4ACD-B886-4E64-8880-048CA28EA8BC}" type="datetimeFigureOut">
              <a:rPr lang="he-IL" smtClean="0"/>
              <a:t>י"א/טבת/תשפ"א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07202E-FEC4-4934-AEB2-1240BF37A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449533-A6E1-4C22-A08E-C19AFF4C5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D6922-870C-4588-BB40-CA1F631B23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58894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40098-7D82-42F9-9402-C91989EE4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21CE4F-FF8F-49DF-A965-E7F48E504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B4ACD-B886-4E64-8880-048CA28EA8BC}" type="datetimeFigureOut">
              <a:rPr lang="he-IL" smtClean="0"/>
              <a:t>י"א/טבת/תשפ"א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3A6F36-543E-4081-997F-027A2609E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D4878A-F143-4731-8A3B-6A2F173AB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D6922-870C-4588-BB40-CA1F631B23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04246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A658EF-11CB-4CD7-B239-6928397D2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B4ACD-B886-4E64-8880-048CA28EA8BC}" type="datetimeFigureOut">
              <a:rPr lang="he-IL" smtClean="0"/>
              <a:t>י"א/טבת/תשפ"א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6B9F3A-4988-4913-84E4-8A4EDAE86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3AEFD-850B-4097-BB6F-50FC94970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D6922-870C-4588-BB40-CA1F631B23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86374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C1722-E88C-4650-A12E-B768A546A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3E639-D0E9-4DEB-AFE2-F602F924D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0C65E0-FABC-4670-88E1-8DE665CA11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27B19F-AF3A-4453-A3F3-1150590B5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B4ACD-B886-4E64-8880-048CA28EA8BC}" type="datetimeFigureOut">
              <a:rPr lang="he-IL" smtClean="0"/>
              <a:t>י"א/טבת/תשפ"א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87B2D-1137-4708-97EB-A0BD33CCD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BAC42C-69FD-4BB3-9EFB-C6D4DD98B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D6922-870C-4588-BB40-CA1F631B23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471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9BDEC-5492-4B2F-BA2F-1D607B954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7A702B-E49F-42E0-A637-3A2336733C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94834-094E-4431-AB0A-CFDB3071A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C559C2-FF75-41F4-AEFD-FB6193FD5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B4ACD-B886-4E64-8880-048CA28EA8BC}" type="datetimeFigureOut">
              <a:rPr lang="he-IL" smtClean="0"/>
              <a:t>י"א/טבת/תשפ"א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D09B6-4E82-4F87-B594-670FC9AC3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C6EF7F-E91A-4C11-AD50-2D56C4D3F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D6922-870C-4588-BB40-CA1F631B23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58327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C23C4-A362-4228-B44D-28D02FCB7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1B6E35-CED5-495F-B914-61C8FAA721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D176A-1F2B-4B7B-9879-9CA829635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B4ACD-B886-4E64-8880-048CA28EA8BC}" type="datetimeFigureOut">
              <a:rPr lang="he-IL" smtClean="0"/>
              <a:t>י"א/טבת/תשפ"א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1E167-8537-4DF7-8ABB-A7833C8A0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9442A-3A13-4202-B736-43261C54C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D6922-870C-4588-BB40-CA1F631B23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33230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C35698-0696-4A52-AA59-750AC5355C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10F5BB-002D-4F9B-90EB-62DCE92EB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97078-4E30-44D0-87BB-5916C0F99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B4ACD-B886-4E64-8880-048CA28EA8BC}" type="datetimeFigureOut">
              <a:rPr lang="he-IL" smtClean="0"/>
              <a:t>י"א/טבת/תשפ"א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6826D-96CB-417A-AFE4-5E7A7F2C3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C8DCD-C24A-47B1-B88A-1434AA071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D6922-870C-4588-BB40-CA1F631B23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55074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6D3DD5-C580-4291-B23D-9DA2B719A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AE119-BE0D-410B-BF50-462C8158D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D1351-E69A-487F-8C0A-ECAC94458B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8B4ACD-B886-4E64-8880-048CA28EA8BC}" type="datetimeFigureOut">
              <a:rPr lang="he-IL" smtClean="0"/>
              <a:t>י"א/טבת/תשפ"א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4578A-157A-47EF-8E69-47D5AD8CBD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D05AA-8B65-46A8-B8A5-9CB738C0B6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D6922-870C-4588-BB40-CA1F631B23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7133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58A3B-672D-46B3-B66C-FD47D428C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layer 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F3FD13-87C3-4199-9E87-B3A20ACC39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IN1: 4*128^3</a:t>
                </a:r>
              </a:p>
              <a:p>
                <a:r>
                  <a:rPr lang="en-US" dirty="0"/>
                  <a:t>OUT1=IN2 =32*128^3</a:t>
                </a:r>
              </a:p>
              <a:p>
                <a:r>
                  <a:rPr lang="en-US" dirty="0"/>
                  <a:t>Stride=2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128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𝑝𝑎𝑑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128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⇒=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128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127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128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130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𝒑𝒂𝒅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/>
                  <a:t>, str=1</a:t>
                </a:r>
                <a:endParaRPr lang="he-IL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F3FD13-87C3-4199-9E87-B3A20ACC39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8915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BD91F-607D-4BDC-8399-B264F4272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CE8963-D351-4ABE-82A0-E1AB9DDE41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IN2: 32*128^3</a:t>
                </a:r>
              </a:p>
              <a:p>
                <a:r>
                  <a:rPr lang="en-US" dirty="0"/>
                  <a:t>OUT2=IN3 =64*64^3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𝑠𝑡𝑟𝑖𝑑𝑒</m:t>
                    </m:r>
                  </m:oMath>
                </a14:m>
                <a:r>
                  <a:rPr lang="en-US" dirty="0"/>
                  <a:t>1=2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𝑠𝑡𝑟𝑖𝑑𝑒</m:t>
                    </m:r>
                  </m:oMath>
                </a14:m>
                <a:r>
                  <a:rPr lang="en-US" dirty="0"/>
                  <a:t>2=1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128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𝑝𝑎𝑑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𝑠𝑡𝑟𝑖𝑑𝑒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𝑝𝑎𝑑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𝑠𝑡𝑟𝑖𝑑𝑒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128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dirty="0"/>
              </a:p>
              <a:p>
                <a:endParaRPr lang="he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CE8963-D351-4ABE-82A0-E1AB9DDE41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1496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5A21F-CFA1-41CD-B37F-732D3E3B6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9CAA3F-408A-4F93-ADBA-2AF2D79830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𝑝𝑎𝑑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𝑑𝑖𝑙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𝑘𝑒𝑟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𝑠𝑡𝑟𝑖𝑑𝑒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𝑝𝑎𝑑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𝑠𝑡𝑟𝑖𝑑𝑒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𝑝𝑎𝑑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𝑠𝑡𝑟𝑖𝑑𝑒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𝑝𝑎𝑑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𝑠𝑡𝑟𝑖𝑑𝑒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𝑝𝑎𝑑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𝑠𝑡𝑟𝑖𝑑𝑒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128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127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Kernel size=3</a:t>
                </a:r>
              </a:p>
              <a:p>
                <a:r>
                  <a:rPr lang="en-GB" dirty="0"/>
                  <a:t>Dilation=1 </a:t>
                </a:r>
              </a:p>
              <a:p>
                <a:endParaRPr lang="en-GB" dirty="0"/>
              </a:p>
              <a:p>
                <a:endParaRPr lang="he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9CAA3F-408A-4F93-ADBA-2AF2D79830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b="-308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2538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36C77-C810-447A-BDFF-4600B8292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8A70A7-CD8D-4276-AC1F-65EA97D54B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𝑑𝑖𝑙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𝑜𝑢𝑡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)∗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𝑑𝑖𝑙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𝑜𝑢𝑡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)∗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𝑑𝑖𝑙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𝑜𝑢𝑡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16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)∗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lang="he-IL" dirty="0"/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8A70A7-CD8D-4276-AC1F-65EA97D54B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3810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8C54F-DFFA-4E14-9326-BC9954D09C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824A2E-74F4-4D7E-883B-02DD85BD1C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E07FE4-DE5E-431C-9194-66C208664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546" y="1385590"/>
            <a:ext cx="10583752" cy="42487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D1DAD2-9826-4424-BD26-A6ED8D3FC3D9}"/>
              </a:ext>
            </a:extLst>
          </p:cNvPr>
          <p:cNvSpPr txBox="1"/>
          <p:nvPr/>
        </p:nvSpPr>
        <p:spPr>
          <a:xfrm>
            <a:off x="7435882" y="3794605"/>
            <a:ext cx="643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320</a:t>
            </a:r>
            <a:endParaRPr lang="he-I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D03D37-B5FA-4113-B915-DE17ABB0A8B8}"/>
              </a:ext>
            </a:extLst>
          </p:cNvPr>
          <p:cNvSpPr txBox="1"/>
          <p:nvPr/>
        </p:nvSpPr>
        <p:spPr>
          <a:xfrm>
            <a:off x="5861645" y="4154683"/>
            <a:ext cx="643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320</a:t>
            </a:r>
            <a:endParaRPr lang="he-IL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F5E0F2-52CE-4209-BA63-3AFDC9E02F33}"/>
              </a:ext>
            </a:extLst>
          </p:cNvPr>
          <p:cNvSpPr txBox="1"/>
          <p:nvPr/>
        </p:nvSpPr>
        <p:spPr>
          <a:xfrm>
            <a:off x="4479941" y="3876894"/>
            <a:ext cx="643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320</a:t>
            </a:r>
            <a:endParaRPr lang="he-IL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74B0A2-60DF-49A1-AD2C-239761723FF5}"/>
              </a:ext>
            </a:extLst>
          </p:cNvPr>
          <p:cNvSpPr txBox="1"/>
          <p:nvPr/>
        </p:nvSpPr>
        <p:spPr>
          <a:xfrm>
            <a:off x="5947250" y="3701758"/>
            <a:ext cx="10847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320+320</a:t>
            </a:r>
            <a:endParaRPr lang="he-IL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6ABFFE-6D0A-4806-BD2D-772A4F2C7BB5}"/>
              </a:ext>
            </a:extLst>
          </p:cNvPr>
          <p:cNvSpPr txBox="1"/>
          <p:nvPr/>
        </p:nvSpPr>
        <p:spPr>
          <a:xfrm>
            <a:off x="6332358" y="3190910"/>
            <a:ext cx="1643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256+320=576</a:t>
            </a:r>
            <a:endParaRPr lang="he-IL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D74993-163A-4807-A5EB-8F3F3C090E4B}"/>
              </a:ext>
            </a:extLst>
          </p:cNvPr>
          <p:cNvSpPr txBox="1"/>
          <p:nvPr/>
        </p:nvSpPr>
        <p:spPr>
          <a:xfrm>
            <a:off x="8481157" y="3514094"/>
            <a:ext cx="643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256</a:t>
            </a:r>
            <a:endParaRPr lang="he-IL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0884E8-46D5-4EA8-B55C-8930AA07F0DF}"/>
              </a:ext>
            </a:extLst>
          </p:cNvPr>
          <p:cNvSpPr txBox="1"/>
          <p:nvPr/>
        </p:nvSpPr>
        <p:spPr>
          <a:xfrm>
            <a:off x="8101746" y="2924328"/>
            <a:ext cx="10847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128+256</a:t>
            </a:r>
            <a:endParaRPr lang="he-IL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CA7269-71FD-4706-9620-BFB036DED9C0}"/>
              </a:ext>
            </a:extLst>
          </p:cNvPr>
          <p:cNvSpPr txBox="1"/>
          <p:nvPr/>
        </p:nvSpPr>
        <p:spPr>
          <a:xfrm>
            <a:off x="9480844" y="3040839"/>
            <a:ext cx="643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128</a:t>
            </a:r>
            <a:endParaRPr lang="he-IL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AAFFE0-5627-4C2A-B1B8-739444E154DF}"/>
              </a:ext>
            </a:extLst>
          </p:cNvPr>
          <p:cNvSpPr txBox="1"/>
          <p:nvPr/>
        </p:nvSpPr>
        <p:spPr>
          <a:xfrm>
            <a:off x="9398352" y="2410611"/>
            <a:ext cx="643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256</a:t>
            </a:r>
            <a:endParaRPr lang="he-IL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B1B525-4818-4C82-8D23-D75842DDFAEA}"/>
              </a:ext>
            </a:extLst>
          </p:cNvPr>
          <p:cNvSpPr txBox="1"/>
          <p:nvPr/>
        </p:nvSpPr>
        <p:spPr>
          <a:xfrm>
            <a:off x="10150070" y="2506544"/>
            <a:ext cx="643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64</a:t>
            </a:r>
            <a:endParaRPr lang="he-IL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DF1056-0522-43E1-BBCD-77D6C46655AA}"/>
              </a:ext>
            </a:extLst>
          </p:cNvPr>
          <p:cNvSpPr txBox="1"/>
          <p:nvPr/>
        </p:nvSpPr>
        <p:spPr>
          <a:xfrm>
            <a:off x="10033209" y="1780383"/>
            <a:ext cx="643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128</a:t>
            </a:r>
            <a:endParaRPr lang="he-IL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22E997-A734-48F3-A063-E9864CE65A8F}"/>
              </a:ext>
            </a:extLst>
          </p:cNvPr>
          <p:cNvSpPr txBox="1"/>
          <p:nvPr/>
        </p:nvSpPr>
        <p:spPr>
          <a:xfrm>
            <a:off x="10847599" y="1806580"/>
            <a:ext cx="643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32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182043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E87DD2E-DF64-420B-ABBA-8D0CEB4BBB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1606" b="12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678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073F0-0E6B-4E09-8182-01AD32AB9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Up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CD909-E6F4-439D-B104-F0F10CA73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X1 = CONVTRANSPOSE3D(x1), </a:t>
            </a:r>
          </a:p>
          <a:p>
            <a:r>
              <a:rPr lang="en-GB" dirty="0" err="1"/>
              <a:t>Prev_Feat</a:t>
            </a:r>
            <a:r>
              <a:rPr lang="en-GB" dirty="0"/>
              <a:t>, X1</a:t>
            </a:r>
          </a:p>
          <a:p>
            <a:r>
              <a:rPr lang="en-GB" dirty="0" err="1"/>
              <a:t>DoubleConv</a:t>
            </a:r>
            <a:r>
              <a:rPr lang="en-GB" dirty="0"/>
              <a:t> 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272957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C2D64-C5AB-4F1E-BEA6-104BADDE5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Up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754F3-C1AF-4B6B-97D7-B3B6B5552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GB" b="0" i="1" dirty="0" err="1">
                <a:solidFill>
                  <a:srgbClr val="262626"/>
                </a:solidFill>
                <a:effectLst/>
                <a:latin typeface="KaTeX_Math"/>
              </a:rPr>
              <a:t>Dout</a:t>
            </a:r>
            <a:r>
              <a:rPr lang="en-GB" b="0" i="0" dirty="0">
                <a:solidFill>
                  <a:srgbClr val="262626"/>
                </a:solidFill>
                <a:effectLst/>
                <a:latin typeface="KaTeX_Main"/>
              </a:rPr>
              <a:t>​=(</a:t>
            </a:r>
            <a:r>
              <a:rPr lang="en-GB" b="0" i="1" dirty="0">
                <a:solidFill>
                  <a:srgbClr val="262626"/>
                </a:solidFill>
                <a:effectLst/>
                <a:latin typeface="KaTeX_Math"/>
              </a:rPr>
              <a:t>Din</a:t>
            </a:r>
            <a:r>
              <a:rPr lang="en-GB" b="0" i="0" dirty="0">
                <a:solidFill>
                  <a:srgbClr val="262626"/>
                </a:solidFill>
                <a:effectLst/>
                <a:latin typeface="KaTeX_Main"/>
              </a:rPr>
              <a:t>​−1)×stride[0]−2×padding[0]+dilation[0]×(</a:t>
            </a:r>
            <a:r>
              <a:rPr lang="en-GB" b="0" i="0" dirty="0" err="1">
                <a:solidFill>
                  <a:srgbClr val="262626"/>
                </a:solidFill>
                <a:effectLst/>
                <a:latin typeface="KaTeX_Main"/>
              </a:rPr>
              <a:t>kernel_size</a:t>
            </a:r>
            <a:r>
              <a:rPr lang="en-GB" b="0" i="0" dirty="0">
                <a:solidFill>
                  <a:srgbClr val="262626"/>
                </a:solidFill>
                <a:effectLst/>
                <a:latin typeface="KaTeX_Main"/>
              </a:rPr>
              <a:t>[0]−1)+</a:t>
            </a:r>
            <a:r>
              <a:rPr lang="en-GB" b="0" i="0" dirty="0" err="1">
                <a:solidFill>
                  <a:srgbClr val="262626"/>
                </a:solidFill>
                <a:effectLst/>
                <a:latin typeface="KaTeX_Main"/>
              </a:rPr>
              <a:t>output_padding</a:t>
            </a:r>
            <a:r>
              <a:rPr lang="en-GB" b="0" i="0" dirty="0">
                <a:solidFill>
                  <a:srgbClr val="262626"/>
                </a:solidFill>
                <a:effectLst/>
                <a:latin typeface="KaTeX_Main"/>
              </a:rPr>
              <a:t>[0]+1=(8-1)*2-2*1+1*(3-1)+1+1=14-2+2+2=16</a:t>
            </a:r>
            <a:endParaRPr lang="en-GB" b="0" i="0" dirty="0">
              <a:solidFill>
                <a:srgbClr val="262626"/>
              </a:solidFill>
              <a:effectLst/>
              <a:latin typeface="FreightSans"/>
            </a:endParaRPr>
          </a:p>
          <a:p>
            <a:r>
              <a:rPr lang="en-GB" b="0" i="0" dirty="0" err="1">
                <a:solidFill>
                  <a:srgbClr val="262626"/>
                </a:solidFill>
                <a:effectLst/>
                <a:latin typeface="KaTeX_Main"/>
              </a:rPr>
              <a:t>Dout</a:t>
            </a:r>
            <a:r>
              <a:rPr lang="en-GB" b="0" i="0" dirty="0">
                <a:solidFill>
                  <a:srgbClr val="262626"/>
                </a:solidFill>
                <a:effectLst/>
                <a:latin typeface="KaTeX_Main"/>
              </a:rPr>
              <a:t>=2*Din </a:t>
            </a:r>
            <a:br>
              <a:rPr lang="en-GB" b="0" i="0" dirty="0">
                <a:solidFill>
                  <a:srgbClr val="262626"/>
                </a:solidFill>
                <a:effectLst/>
                <a:latin typeface="KaTeX_Main"/>
              </a:rPr>
            </a:br>
            <a:br>
              <a:rPr lang="en-GB" b="0" i="0" dirty="0">
                <a:solidFill>
                  <a:srgbClr val="262626"/>
                </a:solidFill>
                <a:effectLst/>
                <a:latin typeface="KaTeX_Main"/>
              </a:rPr>
            </a:b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811600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1973</TotalTime>
  <Words>309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FreightSans</vt:lpstr>
      <vt:lpstr>KaTeX_Main</vt:lpstr>
      <vt:lpstr>KaTeX_Math</vt:lpstr>
      <vt:lpstr>Office Theme</vt:lpstr>
      <vt:lpstr>First layer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Up</vt:lpstr>
      <vt:lpstr>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Matan Kachel</dc:creator>
  <cp:lastModifiedBy>Matan Kachel</cp:lastModifiedBy>
  <cp:revision>15</cp:revision>
  <dcterms:created xsi:type="dcterms:W3CDTF">2020-12-10T15:10:04Z</dcterms:created>
  <dcterms:modified xsi:type="dcterms:W3CDTF">2020-12-26T16:34:44Z</dcterms:modified>
</cp:coreProperties>
</file>